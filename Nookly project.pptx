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</p:sldMasterIdLst>
  <p:sldIdLst>
    <p:sldId id="256" r:id="rId2"/>
    <p:sldId id="257" r:id="rId3"/>
    <p:sldId id="258" r:id="rId4"/>
    <p:sldId id="261" r:id="rId5"/>
    <p:sldId id="262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lippova120979@mail.ru" userId="864577187570d28a" providerId="LiveId" clId="{DB20B6C4-6274-48B5-99A1-3477D47B0E53}"/>
    <pc:docChg chg="undo custSel addSld delSld modSld">
      <pc:chgData name="filippova120979@mail.ru" userId="864577187570d28a" providerId="LiveId" clId="{DB20B6C4-6274-48B5-99A1-3477D47B0E53}" dt="2026-05-12T09:03:59.541" v="176" actId="14100"/>
      <pc:docMkLst>
        <pc:docMk/>
      </pc:docMkLst>
      <pc:sldChg chg="addSp delSp modSp new mod">
        <pc:chgData name="filippova120979@mail.ru" userId="864577187570d28a" providerId="LiveId" clId="{DB20B6C4-6274-48B5-99A1-3477D47B0E53}" dt="2026-05-12T08:55:04.529" v="81" actId="20577"/>
        <pc:sldMkLst>
          <pc:docMk/>
          <pc:sldMk cId="3374613597" sldId="256"/>
        </pc:sldMkLst>
        <pc:spChg chg="del mod">
          <ac:chgData name="filippova120979@mail.ru" userId="864577187570d28a" providerId="LiveId" clId="{DB20B6C4-6274-48B5-99A1-3477D47B0E53}" dt="2026-05-12T08:46:25.491" v="6" actId="478"/>
          <ac:spMkLst>
            <pc:docMk/>
            <pc:sldMk cId="3374613597" sldId="256"/>
            <ac:spMk id="2" creationId="{B2989D55-9CA6-427C-B550-CD3B3BD0BB19}"/>
          </ac:spMkLst>
        </pc:spChg>
        <pc:spChg chg="del mod">
          <ac:chgData name="filippova120979@mail.ru" userId="864577187570d28a" providerId="LiveId" clId="{DB20B6C4-6274-48B5-99A1-3477D47B0E53}" dt="2026-05-12T08:46:28.451" v="8" actId="478"/>
          <ac:spMkLst>
            <pc:docMk/>
            <pc:sldMk cId="3374613597" sldId="256"/>
            <ac:spMk id="3" creationId="{4B9D3698-9FA7-44BF-B655-1B189D155DB0}"/>
          </ac:spMkLst>
        </pc:spChg>
        <pc:spChg chg="add mod">
          <ac:chgData name="filippova120979@mail.ru" userId="864577187570d28a" providerId="LiveId" clId="{DB20B6C4-6274-48B5-99A1-3477D47B0E53}" dt="2026-05-12T08:48:11.967" v="15" actId="1076"/>
          <ac:spMkLst>
            <pc:docMk/>
            <pc:sldMk cId="3374613597" sldId="256"/>
            <ac:spMk id="4" creationId="{71BB3DC7-20AC-4635-A516-8381F0550103}"/>
          </ac:spMkLst>
        </pc:spChg>
        <pc:spChg chg="add mod">
          <ac:chgData name="filippova120979@mail.ru" userId="864577187570d28a" providerId="LiveId" clId="{DB20B6C4-6274-48B5-99A1-3477D47B0E53}" dt="2026-05-12T08:55:04.529" v="81" actId="20577"/>
          <ac:spMkLst>
            <pc:docMk/>
            <pc:sldMk cId="3374613597" sldId="256"/>
            <ac:spMk id="5" creationId="{55D6E336-5B3D-4A56-9A84-ADCE4E4877E9}"/>
          </ac:spMkLst>
        </pc:spChg>
      </pc:sldChg>
      <pc:sldChg chg="addSp modSp new mod">
        <pc:chgData name="filippova120979@mail.ru" userId="864577187570d28a" providerId="LiveId" clId="{DB20B6C4-6274-48B5-99A1-3477D47B0E53}" dt="2026-05-12T08:54:13.187" v="38" actId="1076"/>
        <pc:sldMkLst>
          <pc:docMk/>
          <pc:sldMk cId="243165121" sldId="257"/>
        </pc:sldMkLst>
        <pc:spChg chg="add mod">
          <ac:chgData name="filippova120979@mail.ru" userId="864577187570d28a" providerId="LiveId" clId="{DB20B6C4-6274-48B5-99A1-3477D47B0E53}" dt="2026-05-12T08:51:54.078" v="36" actId="255"/>
          <ac:spMkLst>
            <pc:docMk/>
            <pc:sldMk cId="243165121" sldId="257"/>
            <ac:spMk id="2" creationId="{E99656C4-CBEB-4B18-AECF-C5313E3077B1}"/>
          </ac:spMkLst>
        </pc:spChg>
        <pc:picChg chg="add mod">
          <ac:chgData name="filippova120979@mail.ru" userId="864577187570d28a" providerId="LiveId" clId="{DB20B6C4-6274-48B5-99A1-3477D47B0E53}" dt="2026-05-12T08:54:13.187" v="38" actId="1076"/>
          <ac:picMkLst>
            <pc:docMk/>
            <pc:sldMk cId="243165121" sldId="257"/>
            <ac:picMk id="1026" creationId="{F8B2BC1F-0C4E-4FDE-B0D8-69BAF468D3EC}"/>
          </ac:picMkLst>
        </pc:picChg>
      </pc:sldChg>
      <pc:sldChg chg="addSp delSp modSp new mod">
        <pc:chgData name="filippova120979@mail.ru" userId="864577187570d28a" providerId="LiveId" clId="{DB20B6C4-6274-48B5-99A1-3477D47B0E53}" dt="2026-05-12T09:00:17.766" v="151" actId="20577"/>
        <pc:sldMkLst>
          <pc:docMk/>
          <pc:sldMk cId="823202144" sldId="258"/>
        </pc:sldMkLst>
        <pc:spChg chg="add del">
          <ac:chgData name="filippova120979@mail.ru" userId="864577187570d28a" providerId="LiveId" clId="{DB20B6C4-6274-48B5-99A1-3477D47B0E53}" dt="2026-05-12T08:55:41.660" v="86" actId="478"/>
          <ac:spMkLst>
            <pc:docMk/>
            <pc:sldMk cId="823202144" sldId="258"/>
            <ac:spMk id="2" creationId="{D002D52F-7598-4F1F-8FD6-401D29FBF4AE}"/>
          </ac:spMkLst>
        </pc:spChg>
        <pc:spChg chg="add mod">
          <ac:chgData name="filippova120979@mail.ru" userId="864577187570d28a" providerId="LiveId" clId="{DB20B6C4-6274-48B5-99A1-3477D47B0E53}" dt="2026-05-12T08:59:47.866" v="133" actId="20577"/>
          <ac:spMkLst>
            <pc:docMk/>
            <pc:sldMk cId="823202144" sldId="258"/>
            <ac:spMk id="15" creationId="{FFAE1E53-8B7C-4A6F-AAD9-CBB55312FBED}"/>
          </ac:spMkLst>
        </pc:spChg>
        <pc:spChg chg="add mod">
          <ac:chgData name="filippova120979@mail.ru" userId="864577187570d28a" providerId="LiveId" clId="{DB20B6C4-6274-48B5-99A1-3477D47B0E53}" dt="2026-05-12T09:00:17.766" v="151" actId="20577"/>
          <ac:spMkLst>
            <pc:docMk/>
            <pc:sldMk cId="823202144" sldId="258"/>
            <ac:spMk id="16" creationId="{3F537F62-0BB8-4627-A6D9-2E7B3F621AF0}"/>
          </ac:spMkLst>
        </pc:spChg>
        <pc:picChg chg="add mod modCrop">
          <ac:chgData name="filippova120979@mail.ru" userId="864577187570d28a" providerId="LiveId" clId="{DB20B6C4-6274-48B5-99A1-3477D47B0E53}" dt="2026-05-12T08:58:22.454" v="106" actId="14100"/>
          <ac:picMkLst>
            <pc:docMk/>
            <pc:sldMk cId="823202144" sldId="258"/>
            <ac:picMk id="4" creationId="{C5ED162D-C7AF-4CC0-ABCB-8E83FD3657FC}"/>
          </ac:picMkLst>
        </pc:picChg>
        <pc:picChg chg="add del mod">
          <ac:chgData name="filippova120979@mail.ru" userId="864577187570d28a" providerId="LiveId" clId="{DB20B6C4-6274-48B5-99A1-3477D47B0E53}" dt="2026-05-12T08:57:17.977" v="97" actId="478"/>
          <ac:picMkLst>
            <pc:docMk/>
            <pc:sldMk cId="823202144" sldId="258"/>
            <ac:picMk id="6" creationId="{074E96D4-11B6-49AE-9B5D-B3F68896D177}"/>
          </ac:picMkLst>
        </pc:picChg>
        <pc:picChg chg="add mod modCrop">
          <ac:chgData name="filippova120979@mail.ru" userId="864577187570d28a" providerId="LiveId" clId="{DB20B6C4-6274-48B5-99A1-3477D47B0E53}" dt="2026-05-12T08:58:18.646" v="105" actId="14100"/>
          <ac:picMkLst>
            <pc:docMk/>
            <pc:sldMk cId="823202144" sldId="258"/>
            <ac:picMk id="8" creationId="{4495C868-A470-443B-9483-079EB02D8586}"/>
          </ac:picMkLst>
        </pc:picChg>
        <pc:picChg chg="add del">
          <ac:chgData name="filippova120979@mail.ru" userId="864577187570d28a" providerId="LiveId" clId="{DB20B6C4-6274-48B5-99A1-3477D47B0E53}" dt="2026-05-12T08:55:29.589" v="84" actId="478"/>
          <ac:picMkLst>
            <pc:docMk/>
            <pc:sldMk cId="823202144" sldId="258"/>
            <ac:picMk id="2050" creationId="{58F3AC3C-6E5D-4959-818E-8C90914973F7}"/>
          </ac:picMkLst>
        </pc:picChg>
        <pc:cxnChg chg="add mod">
          <ac:chgData name="filippova120979@mail.ru" userId="864577187570d28a" providerId="LiveId" clId="{DB20B6C4-6274-48B5-99A1-3477D47B0E53}" dt="2026-05-12T08:58:48.603" v="109" actId="13822"/>
          <ac:cxnSpMkLst>
            <pc:docMk/>
            <pc:sldMk cId="823202144" sldId="258"/>
            <ac:cxnSpMk id="10" creationId="{DA81ED8A-C4D9-445A-828B-BAC2B28F74BF}"/>
          </ac:cxnSpMkLst>
        </pc:cxnChg>
        <pc:cxnChg chg="add del">
          <ac:chgData name="filippova120979@mail.ru" userId="864577187570d28a" providerId="LiveId" clId="{DB20B6C4-6274-48B5-99A1-3477D47B0E53}" dt="2026-05-12T08:59:05.345" v="111" actId="11529"/>
          <ac:cxnSpMkLst>
            <pc:docMk/>
            <pc:sldMk cId="823202144" sldId="258"/>
            <ac:cxnSpMk id="12" creationId="{99CAF706-711C-4279-BAD1-940E5C633406}"/>
          </ac:cxnSpMkLst>
        </pc:cxnChg>
        <pc:cxnChg chg="add mod">
          <ac:chgData name="filippova120979@mail.ru" userId="864577187570d28a" providerId="LiveId" clId="{DB20B6C4-6274-48B5-99A1-3477D47B0E53}" dt="2026-05-12T08:59:19.759" v="113" actId="13822"/>
          <ac:cxnSpMkLst>
            <pc:docMk/>
            <pc:sldMk cId="823202144" sldId="258"/>
            <ac:cxnSpMk id="14" creationId="{781C07C1-D609-4E00-A24C-2852A8B3DF36}"/>
          </ac:cxnSpMkLst>
        </pc:cxnChg>
      </pc:sldChg>
      <pc:sldChg chg="addSp delSp modSp new del mod">
        <pc:chgData name="filippova120979@mail.ru" userId="864577187570d28a" providerId="LiveId" clId="{DB20B6C4-6274-48B5-99A1-3477D47B0E53}" dt="2026-05-12T09:01:52.287" v="167" actId="47"/>
        <pc:sldMkLst>
          <pc:docMk/>
          <pc:sldMk cId="3234027002" sldId="259"/>
        </pc:sldMkLst>
        <pc:picChg chg="add del mod">
          <ac:chgData name="filippova120979@mail.ru" userId="864577187570d28a" providerId="LiveId" clId="{DB20B6C4-6274-48B5-99A1-3477D47B0E53}" dt="2026-05-12T09:00:39.256" v="153" actId="478"/>
          <ac:picMkLst>
            <pc:docMk/>
            <pc:sldMk cId="3234027002" sldId="259"/>
            <ac:picMk id="3" creationId="{D20EA556-53EA-45A1-8B5F-411A851349B1}"/>
          </ac:picMkLst>
        </pc:picChg>
        <pc:picChg chg="add mod modCrop">
          <ac:chgData name="filippova120979@mail.ru" userId="864577187570d28a" providerId="LiveId" clId="{DB20B6C4-6274-48B5-99A1-3477D47B0E53}" dt="2026-05-12T09:01:09.804" v="160" actId="1076"/>
          <ac:picMkLst>
            <pc:docMk/>
            <pc:sldMk cId="3234027002" sldId="259"/>
            <ac:picMk id="5" creationId="{78F6093B-94DD-48F3-89A2-62C09FF4655A}"/>
          </ac:picMkLst>
        </pc:picChg>
      </pc:sldChg>
      <pc:sldChg chg="addSp modSp new del mod">
        <pc:chgData name="filippova120979@mail.ru" userId="864577187570d28a" providerId="LiveId" clId="{DB20B6C4-6274-48B5-99A1-3477D47B0E53}" dt="2026-05-12T09:01:49.835" v="166" actId="47"/>
        <pc:sldMkLst>
          <pc:docMk/>
          <pc:sldMk cId="1549829705" sldId="260"/>
        </pc:sldMkLst>
        <pc:picChg chg="add mod">
          <ac:chgData name="filippova120979@mail.ru" userId="864577187570d28a" providerId="LiveId" clId="{DB20B6C4-6274-48B5-99A1-3477D47B0E53}" dt="2026-05-12T09:01:32.653" v="164" actId="1076"/>
          <ac:picMkLst>
            <pc:docMk/>
            <pc:sldMk cId="1549829705" sldId="260"/>
            <ac:picMk id="3" creationId="{7B0CCE25-89DE-458B-9EC9-6B8ABA3A293D}"/>
          </ac:picMkLst>
        </pc:picChg>
      </pc:sldChg>
      <pc:sldChg chg="addSp modSp new mod">
        <pc:chgData name="filippova120979@mail.ru" userId="864577187570d28a" providerId="LiveId" clId="{DB20B6C4-6274-48B5-99A1-3477D47B0E53}" dt="2026-05-12T09:02:07.636" v="169" actId="1076"/>
        <pc:sldMkLst>
          <pc:docMk/>
          <pc:sldMk cId="64417629" sldId="261"/>
        </pc:sldMkLst>
        <pc:picChg chg="add mod">
          <ac:chgData name="filippova120979@mail.ru" userId="864577187570d28a" providerId="LiveId" clId="{DB20B6C4-6274-48B5-99A1-3477D47B0E53}" dt="2026-05-12T09:02:07.636" v="169" actId="1076"/>
          <ac:picMkLst>
            <pc:docMk/>
            <pc:sldMk cId="64417629" sldId="261"/>
            <ac:picMk id="3" creationId="{8D777F4F-3194-48EE-84A6-7733A403E2DC}"/>
          </ac:picMkLst>
        </pc:picChg>
      </pc:sldChg>
      <pc:sldChg chg="addSp modSp new">
        <pc:chgData name="filippova120979@mail.ru" userId="864577187570d28a" providerId="LiveId" clId="{DB20B6C4-6274-48B5-99A1-3477D47B0E53}" dt="2026-05-12T09:03:59.541" v="176" actId="14100"/>
        <pc:sldMkLst>
          <pc:docMk/>
          <pc:sldMk cId="1218717673" sldId="262"/>
        </pc:sldMkLst>
        <pc:picChg chg="add mod">
          <ac:chgData name="filippova120979@mail.ru" userId="864577187570d28a" providerId="LiveId" clId="{DB20B6C4-6274-48B5-99A1-3477D47B0E53}" dt="2026-05-12T09:03:59.541" v="176" actId="14100"/>
          <ac:picMkLst>
            <pc:docMk/>
            <pc:sldMk cId="1218717673" sldId="262"/>
            <ac:picMk id="3074" creationId="{3B549C10-6D0C-410E-9E3D-0ED84D65E6A7}"/>
          </ac:picMkLst>
        </pc:picChg>
      </pc:sldChg>
      <pc:sldMasterChg chg="addSldLayout">
        <pc:chgData name="filippova120979@mail.ru" userId="864577187570d28a" providerId="LiveId" clId="{DB20B6C4-6274-48B5-99A1-3477D47B0E53}" dt="2026-05-12T08:46:13.981" v="0" actId="680"/>
        <pc:sldMasterMkLst>
          <pc:docMk/>
          <pc:sldMasterMk cId="567439830" sldId="2147483648"/>
        </pc:sldMasterMkLst>
        <pc:sldLayoutChg chg="add">
          <pc:chgData name="filippova120979@mail.ru" userId="864577187570d28a" providerId="LiveId" clId="{DB20B6C4-6274-48B5-99A1-3477D47B0E53}" dt="2026-05-12T08:46:13.981" v="0" actId="680"/>
          <pc:sldLayoutMkLst>
            <pc:docMk/>
            <pc:sldMasterMk cId="567439830" sldId="2147483648"/>
            <pc:sldLayoutMk cId="253262050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D9C994-DEA6-4EB8-85EB-F04B1A18D8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80070D0-80F3-44C7-934E-9F78F76088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495272-FC6A-4B7B-B0EE-5B555EE15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19FB2-3AAB-4D03-B13A-2960828C78E3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842446-432D-4405-B18F-F0DA82333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92B148-A879-4825-BE11-1AD369693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744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13C499-44E7-477E-9B2C-0EC56837F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99E6B6-7F3D-4E90-929A-2FA7B26F4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8BD71E-214E-457B-B7E2-8B3BF703C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6976-5D93-46E4-A98A-FAD63E4D0EA8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F4BA96-CAE4-425A-9D65-4C113E3E0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9405A2-5121-482D-A946-B1AD164F9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498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65AF73-6059-4F43-A13D-95CFA8787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C8FC8ED-794D-4A3B-BDE7-0ABB2F039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929238-13F3-443B-ACAC-02D601867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F4F5-F4D2-4D2A-AB60-88D37ADCB869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2D1DB2-299F-4E32-A887-83AA7B5C9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2B40F7-5517-4A14-96FF-A960ED71A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734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EFBBBC-DB50-4306-974C-42CEC4566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5E6B3F-5757-4002-A2A2-770452A31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F4232A9-9BB2-4BA4-86D1-1A4DE7D1C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4FC8B4A-D61A-4A20-A48F-20BD75B29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C6CE-6D1E-47E5-8859-F31AC5380EB2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41A4D10-2344-4515-8EF5-3C0D2A7A0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02098B7-34AC-48C4-9D89-0A9512456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241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2C1059-4B62-4BEA-BA67-A38945D30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6E8B45D-B0FE-42D2-8C59-489009D89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C5BD80C-06F5-4A29-BD4F-24C63F5E6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77985D6-A49E-4379-8CE3-AFC8C3F06F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B71B59A-89D1-43D1-B214-7BD022A7CE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EAF8BA6-B631-45F0-A088-4E7F2426F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E7C4-4DA4-404D-9965-B13F2DD7D8BF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2C16537-71E7-4DB0-BBF2-DED2F1B12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54D674B-C6BC-43D2-8849-6CCA63E23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307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175945-9FA7-4DEF-8A43-414FF6030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01E762E-F25E-400B-BE6F-F339DC77A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FB7AA-4A53-424F-AD41-70827B6504BA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B561130-03C3-4C6A-AC5D-D565DAE9B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6B7DA4-47E4-4E3D-845D-20DEDDCB2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302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76EF10B-DC5E-4B34-8566-1F2D19E57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84882-FB12-4BC8-9960-9AD8104D7FAE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700C225-9194-4E36-BF80-DC22E383A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17EAFD0-5938-4F0B-BE51-E9D0C3E61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205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7B0756-1951-4537-B3B4-15266E8A3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0382E0-E742-4A3D-8E1D-3903F2210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D526292-8647-49A9-86E5-917B3A8935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A1ABBB-D2CC-49F3-B94B-BD1D35E8F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BD23-6E54-4D9D-AD88-A2813C73CC25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8D4AC3A-F99E-4AB3-9DEC-AA0CA8DB7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C2B1C5B-3D44-4224-B870-6EA5884E0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734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F9FD76-0A0C-4740-B4C6-EE692C8F4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146DFEB-C4A2-4AB6-AA23-9659DE2AED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065BC7F-CC03-4C06-AA35-1FAB82809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3D5549-ABAB-4959-8892-985C0D685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A834-4F3C-4AF9-9C74-05EC35A0F292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D978BAF-1268-4E57-9217-AB286398C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80E1DA4-F445-429A-95ED-11BCCFEF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267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919B78-C2B8-4FA9-B653-0DA7D868C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89FEB17-4D50-4F41-8AEF-0AE456C1C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9FA38B-EC89-4D9F-A7DD-A4FB9A18C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02AE-B9A4-47BD-AF8E-97E16144138B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96DDD0-8601-440B-97FC-ED5445AD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D7D09A-49B9-4787-ABBD-439A5913E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2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A47FC20-2DB5-4660-B747-9CCBD524F5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4BA6DA2-90B4-4E06-9EFE-B1C83ADA5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A6C4E1-0458-41C1-87E0-5C00EBD94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78B-DB02-4362-BCDC-98A55456977C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8D2F66-9607-4F6B-8A41-9134A063E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6E926F-6371-4DBC-80F1-55B255EF6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601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6F679E-4C2B-4F80-AB4D-05A13F794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ECF740-1C86-489D-B05C-FC7FB5CAD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91F3CB-85BC-4958-917C-5D39003F76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F1133-3259-4C45-BABA-5B62D9C6F78D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7ED733-3AC3-460D-A3F5-743A04F34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D81DCD-1133-4BB4-A8C1-6326596490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405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BB3DC7-20AC-4635-A516-8381F0550103}"/>
              </a:ext>
            </a:extLst>
          </p:cNvPr>
          <p:cNvSpPr txBox="1"/>
          <p:nvPr/>
        </p:nvSpPr>
        <p:spPr>
          <a:xfrm>
            <a:off x="2711777" y="2215299"/>
            <a:ext cx="676844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i="0" dirty="0" err="1">
                <a:effectLst/>
                <a:latin typeface="Segoe Print" panose="02000600000000000000" pitchFamily="2" charset="0"/>
              </a:rPr>
              <a:t>Nookly</a:t>
            </a:r>
            <a:r>
              <a:rPr lang="en-US" sz="4800" b="1" i="0" dirty="0">
                <a:effectLst/>
                <a:latin typeface="Segoe Print" panose="02000600000000000000" pitchFamily="2" charset="0"/>
              </a:rPr>
              <a:t>: </a:t>
            </a:r>
            <a:r>
              <a:rPr lang="ru-RU" sz="4800" b="1" i="0" dirty="0">
                <a:effectLst/>
                <a:latin typeface="Segoe Print" panose="02000600000000000000" pitchFamily="2" charset="0"/>
              </a:rPr>
              <a:t>Твори. Делись. Вдохновляй</a:t>
            </a:r>
            <a:endParaRPr lang="ru-RU" sz="4800" b="0" i="0" dirty="0">
              <a:effectLst/>
              <a:latin typeface="Segoe Print" panose="02000600000000000000" pitchFamily="2" charset="0"/>
            </a:endParaRP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D6E336-5B3D-4A56-9A84-ADCE4E4877E9}"/>
              </a:ext>
            </a:extLst>
          </p:cNvPr>
          <p:cNvSpPr txBox="1"/>
          <p:nvPr/>
        </p:nvSpPr>
        <p:spPr>
          <a:xfrm>
            <a:off x="443060" y="5731497"/>
            <a:ext cx="37801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Print" panose="02000600000000000000" pitchFamily="2" charset="0"/>
              </a:rPr>
              <a:t>By:</a:t>
            </a:r>
            <a:endParaRPr lang="ru-RU" dirty="0">
              <a:latin typeface="Segoe Print" panose="02000600000000000000" pitchFamily="2" charset="0"/>
            </a:endParaRPr>
          </a:p>
          <a:p>
            <a:r>
              <a:rPr lang="ru-RU" dirty="0">
                <a:latin typeface="Segoe Print" panose="02000600000000000000" pitchFamily="2" charset="0"/>
              </a:rPr>
              <a:t>Филиппова Екатерина</a:t>
            </a:r>
          </a:p>
          <a:p>
            <a:r>
              <a:rPr lang="ru-RU" dirty="0">
                <a:latin typeface="Segoe Print" panose="02000600000000000000" pitchFamily="2" charset="0"/>
              </a:rPr>
              <a:t>Иванов Евгений</a:t>
            </a:r>
          </a:p>
        </p:txBody>
      </p:sp>
    </p:spTree>
    <p:extLst>
      <p:ext uri="{BB962C8B-B14F-4D97-AF65-F5344CB8AC3E}">
        <p14:creationId xmlns:p14="http://schemas.microsoft.com/office/powerpoint/2010/main" val="3374613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9656C4-CBEB-4B18-AECF-C5313E3077B1}"/>
              </a:ext>
            </a:extLst>
          </p:cNvPr>
          <p:cNvSpPr txBox="1"/>
          <p:nvPr/>
        </p:nvSpPr>
        <p:spPr>
          <a:xfrm>
            <a:off x="2243579" y="1057489"/>
            <a:ext cx="72586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Segoe Print" panose="02000600000000000000" pitchFamily="2" charset="0"/>
              </a:rPr>
              <a:t>Зачем он нужен?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8B2BC1F-0C4E-4FDE-B0D8-69BAF468D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1818" y="1796150"/>
            <a:ext cx="7010400" cy="496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165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ED162D-C7AF-4CC0-ABCB-8E83FD3657F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00" t="10135" r="35000" b="11483"/>
          <a:stretch/>
        </p:blipFill>
        <p:spPr>
          <a:xfrm>
            <a:off x="1797377" y="1649693"/>
            <a:ext cx="5018202" cy="640208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495C868-A470-443B-9483-079EB02D858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78" r="33403" b="45171"/>
          <a:stretch/>
        </p:blipFill>
        <p:spPr>
          <a:xfrm>
            <a:off x="6297104" y="617652"/>
            <a:ext cx="5401560" cy="4113798"/>
          </a:xfrm>
          <a:prstGeom prst="rect">
            <a:avLst/>
          </a:prstGeom>
        </p:spPr>
      </p:pic>
      <p:cxnSp>
        <p:nvCxnSpPr>
          <p:cNvPr id="10" name="Соединитель: изогнутый 9">
            <a:extLst>
              <a:ext uri="{FF2B5EF4-FFF2-40B4-BE49-F238E27FC236}">
                <a16:creationId xmlns:a16="http://schemas.microsoft.com/office/drawing/2014/main" id="{DA81ED8A-C4D9-445A-828B-BAC2B28F74BF}"/>
              </a:ext>
            </a:extLst>
          </p:cNvPr>
          <p:cNvCxnSpPr/>
          <p:nvPr/>
        </p:nvCxnSpPr>
        <p:spPr>
          <a:xfrm rot="16200000" flipH="1">
            <a:off x="966247" y="1060515"/>
            <a:ext cx="1244338" cy="123491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Соединитель: изогнутый 13">
            <a:extLst>
              <a:ext uri="{FF2B5EF4-FFF2-40B4-BE49-F238E27FC236}">
                <a16:creationId xmlns:a16="http://schemas.microsoft.com/office/drawing/2014/main" id="{781C07C1-D609-4E00-A24C-2852A8B3DF36}"/>
              </a:ext>
            </a:extLst>
          </p:cNvPr>
          <p:cNvCxnSpPr/>
          <p:nvPr/>
        </p:nvCxnSpPr>
        <p:spPr>
          <a:xfrm rot="5400000" flipH="1" flipV="1">
            <a:off x="9106293" y="4242062"/>
            <a:ext cx="1696825" cy="128204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FAE1E53-8B7C-4A6F-AAD9-CBB55312FBED}"/>
              </a:ext>
            </a:extLst>
          </p:cNvPr>
          <p:cNvSpPr txBox="1"/>
          <p:nvPr/>
        </p:nvSpPr>
        <p:spPr>
          <a:xfrm>
            <a:off x="499621" y="617652"/>
            <a:ext cx="1960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Segoe Print" panose="02000600000000000000" pitchFamily="2" charset="0"/>
              </a:rPr>
              <a:t>Работа Евгения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537F62-0BB8-4627-A6D9-2E7B3F621AF0}"/>
              </a:ext>
            </a:extLst>
          </p:cNvPr>
          <p:cNvSpPr txBox="1"/>
          <p:nvPr/>
        </p:nvSpPr>
        <p:spPr>
          <a:xfrm>
            <a:off x="8663233" y="5844619"/>
            <a:ext cx="2460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Segoe Print" panose="02000600000000000000" pitchFamily="2" charset="0"/>
              </a:rPr>
              <a:t>Работа Екатерины</a:t>
            </a:r>
          </a:p>
        </p:txBody>
      </p:sp>
    </p:spTree>
    <p:extLst>
      <p:ext uri="{BB962C8B-B14F-4D97-AF65-F5344CB8AC3E}">
        <p14:creationId xmlns:p14="http://schemas.microsoft.com/office/powerpoint/2010/main" val="823202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D777F4F-3194-48EE-84A6-7733A403E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396"/>
            <a:ext cx="12192000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17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Изображение пина-истории">
            <a:extLst>
              <a:ext uri="{FF2B5EF4-FFF2-40B4-BE49-F238E27FC236}">
                <a16:creationId xmlns:a16="http://schemas.microsoft.com/office/drawing/2014/main" id="{3B549C10-6D0C-410E-9E3D-0ED84D65E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17" y="197963"/>
            <a:ext cx="11623250" cy="6485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87176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21</Words>
  <Application>Microsoft Office PowerPoint</Application>
  <PresentationFormat>Широкоэкранный</PresentationFormat>
  <Paragraphs>7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Segoe Print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filippova120979@mail.ru</dc:creator>
  <cp:lastModifiedBy>filippova120979@mail.ru</cp:lastModifiedBy>
  <cp:revision>2</cp:revision>
  <dcterms:created xsi:type="dcterms:W3CDTF">2026-05-12T08:38:07Z</dcterms:created>
  <dcterms:modified xsi:type="dcterms:W3CDTF">2026-05-12T09:04:15Z</dcterms:modified>
</cp:coreProperties>
</file>